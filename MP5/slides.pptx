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t>MiniClaw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BBDEFB"/>
                </a:solidFill>
                <a:latin typeface="Calibri"/>
              </a:defRPr>
            </a:pPr>
            <a:r>
              <a:t>From Wrong Requirements to Honest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0CAF9"/>
                </a:solidFill>
                <a:latin typeface="Calibri"/>
              </a:defRPr>
            </a:pPr>
            <a:r>
              <a:t>David Ricciotti  •  Haben Berhe  •  Yoel Tesfatsion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890A0"/>
                </a:solidFill>
                <a:latin typeface="Calibri"/>
              </a:defRPr>
            </a:pPr>
            <a:r>
              <a:t>ME 493B  |  RobotExpo 2026  |  ACME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What Jordan asked us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3A5C"/>
                </a:solidFill>
                <a:latin typeface="Calibri"/>
              </a:defRPr>
            </a:pPr>
            <a:r>
              <a:t>Jordan Chen Design Brief — MP1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Compete with Hiwonder's BigClaw at RobotExpo 2026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Envelope: 92 × 46 × 55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Jaw opening: ≥ 40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Thumb-wheel turns: 2–3 from open to closed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Grip force: 5–8 N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Material: FDM PLA (Prusa MK4S)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Part count: &lt; 15 parts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Cost: &lt; $3/unit at 500-unit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"The BigClaw outsells us 3-to-1. Your MiniClaw needs to match its jaw range in half the volume."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— Jordan Chen, Engineering 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We Ended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Final MiniClaw design vs. MP1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468880"/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MP1 Target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 Design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40.13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Envelope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Thumb-wheel 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Renegotiated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Gear stress SF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Over target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Trans. angle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0° above 40°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21.3°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Renegotiation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GOAL &amp;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Why we accepted 0.28 turns instead of 2–3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5029200" cy="384048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Architecture B (compound spur)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16 → 1.24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126 mm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Exceeds 92 mm housing by 34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29 (5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DOES NOT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286000"/>
            <a:ext cx="5029200" cy="38404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Architecture A (single spur pair)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 → 0.28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20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Fits easily in 92 mm housing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25 (2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SOLVED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Context Was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CONTEXT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One document upload corrected the entire design basis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94560"/>
              </a:tblGrid>
              <a:tr h="585216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 Without Context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MP1 Brief Upload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 mm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Input 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0°–46°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0°–28°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Link lengths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L1=40, L2=20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L1=12, L2=26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Displacement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12.5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286000"/>
            <a:ext cx="3931920" cy="29260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468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  <a:latin typeface="Calibri"/>
              </a:defRPr>
            </a:pPr>
            <a:r>
              <a:t>Lesson learned: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0175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AI will confidently build on wrong assumptions if you don't provide the requirements document. Context management isn't optional.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Also missing: Haben's repo was private (403) until made public. Yoel's MP4 Part A was never submitted.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TOOLS &amp; INTEGRATION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315200"/>
              </a:tblGrid>
              <a:tr h="5791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Devin (Cognition 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A notebooks, Part B templates, plots, stress analysis, 12+ PRs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Copilot (agent)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Haben's Part A, David's MP3 gear CAD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MiniClaw Gear DFM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Yoel's MCP RAG server + ACME corpus (ACME-ENG-001, MFG-002)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matplotlib / numpy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Comparison plots, linkage simulation, drive-train sketch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 control, code review, team integration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Live demo coming up: animated four-bar simulation + compute_transmission_angle() on perturbed geometry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Pin Clearance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CENTAUR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Human × AI = something neither would have produced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David asked: "What bore diameter gives a reliable sliding fit after FDM tolerance?"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346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103120"/>
                <a:gridCol w="2103120"/>
                <a:gridCol w="2377440"/>
              </a:tblGrid>
              <a:tr h="5715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Bore Ø (mm)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FDM Offset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Post-FDM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INTERFERENCE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RELIABLE FIT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394960"/>
            <a:ext cx="50292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Human: FDM tolerance data from MP1</a:t>
            </a:r>
            <a:br/>
            <a:r>
              <a:t>AI: systematic clearance stack 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394960"/>
            <a:ext cx="502920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Result: bore increased to Ø3.40 mm across</a:t>
            </a:r>
            <a:br/>
            <a:r>
              <a:t>all 10 joints. No reaming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Wrong-AI Moment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438912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What the AI 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Designed David's linkage targeting:</a:t>
            </a:r>
            <a:br/>
            <a:br/>
            <a:r>
              <a:t>• 40 mm jaw opening</a:t>
            </a:r>
            <a:br/>
            <a:r>
              <a:t>• 0°–46° input range</a:t>
            </a:r>
            <a:br/>
            <a:r>
              <a:t>• L1=40, L2=20 link lengths</a:t>
            </a:r>
            <a:br/>
            <a:br/>
            <a:r>
              <a:t>Complete design with position equations, transmission angle analysis, motion plots, and hand calculations.</a:t>
            </a:r>
            <a:br/>
            <a:br/>
            <a:r>
              <a:t>Everything checked out internally.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56616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What was actually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David's MP1 brief specified:</a:t>
            </a:r>
            <a:br/>
            <a:br/>
            <a:r>
              <a:t>• 25 mm jaw opening</a:t>
            </a:r>
            <a:br/>
            <a:r>
              <a:t>• 0°–28° input range</a:t>
            </a:r>
            <a:br/>
            <a:r>
              <a:t>• L1=12, L2=26 link lengths</a:t>
            </a:r>
            <a:br/>
            <a:br/>
            <a:r>
              <a:t>The AI had never seen the MP1 requirements document. It guessed the specs and built a plausible-looking but wrong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566160" cy="4389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How we caught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 compared the AI's output against his original design brief.</a:t>
            </a:r>
            <a:br/>
            <a:br/>
            <a:r>
              <a:t>The numbers didn't match.</a:t>
            </a:r>
            <a:br/>
            <a:br/>
            <a:r>
              <a:t>One document upload fixed everything.</a:t>
            </a:r>
            <a:br/>
            <a:br/>
            <a:r>
              <a:t>Mechanism: the human knew the requirements. The AI didn't.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44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Context management isn't optional — it's the difference between a correct design and a plausible-looking wrong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Per-Subsystem Trust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2286000"/>
                <a:gridCol w="5029200"/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Subsystem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Print Tomorrow?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Issue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Strongest analytically (3-path verified)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Drive 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 = 2.14, but 0.28 turns untested ergonomically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Jaw 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Housing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Input Wheel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Pins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Ø3.40 bore designed; test one joint first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Bottom line: Not ready to print a complete gripper. Three subsystems are analytically solid; three have no CAD. This is an honest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1. Shared team repo from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Cross-repo integration (cloning Haben's private repo, cloning Yoel's repo, extracting parameters) added friction. A single shared workspace from the start would have eliminated the 403 errors, the manual data extraction, and the integration PRs.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  <a:latin typeface="Calibri"/>
              </a:defRPr>
            </a:pPr>
            <a:r>
              <a:t>2. Build the MCP tool call earlier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Having compute_transmission_angle() live during linkage selection (Loop 1) would have made the comparison interactive instead of static. The tool we demo today should have existed in Week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Yoel Tesfatsion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Part 1: Dynamic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Haben's four-bar linkage sweeping −50° to +50°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Jaw opening from 0 to 40 mm and back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Transmission angle staying in workable band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Real-time data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Part 2: Live Tool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compute_transmission_angle(L3=32)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vs. our design (L3=29)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Shows angle drops with 3 mm change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Tool catches bad geometry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  <a:latin typeface="Courier New"/>
              </a:defRPr>
            </a:pPr>
            <a:r>
              <a:t>$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CAF50"/>
                </a:solidFill>
                <a:latin typeface="Courier New"/>
              </a:defRPr>
            </a:pPr>
            <a:r>
              <a:t>$ python3 linkage_simulation.py</a:t>
            </a:r>
            <a:br/>
            <a:br/>
            <a:r>
              <a:t>$ python3 transmission_angle_check.py</a:t>
            </a:r>
            <a:br/>
            <a:br/>
            <a:r>
              <a:t>--- Haben's design ---</a:t>
            </a:r>
            <a:br/>
            <a:r>
              <a:t>  μ range:  61.3° – 91.3°</a:t>
            </a:r>
            <a:br/>
            <a:r>
              <a:t>  Margin:   21.3° above 40°</a:t>
            </a:r>
            <a:br/>
            <a:br/>
            <a:r>
              <a:t>--- Perturbed: L3=32 ---</a:t>
            </a:r>
            <a:br/>
            <a:r>
              <a:t>  μ range:  56.0° – 84.1°</a:t>
            </a:r>
            <a:br/>
            <a:r>
              <a:t>  Margin:   16.0° above 40°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0" y="2011680"/>
          <a:ext cx="5760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Answerer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Goal &amp;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Context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 Tesfatsion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Centaur Engineering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Evaluation &amp;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